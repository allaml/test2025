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unito Semi Bold"/>
      <p:regular r:id="rId13"/>
    </p:embeddedFont>
    <p:embeddedFont>
      <p:font typeface="PT Sans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66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242863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Zayo AWS Orphan Resources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932396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Cost Optimization Analysis &amp; Recommendations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541793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December 29, 2025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5372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45614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179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36784" y="45450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Orphan Resources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5040630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Across 12 AWS accounts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151233" y="345614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$1.4K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250293" y="45450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Monthly Savings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51233" y="5040630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Potential cost reduction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64743" y="3456146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$17.2K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563803" y="45450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Annual Savings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64743" y="5040630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Projected yearly impact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778252" y="3456146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1,500%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0877312" y="45450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ROI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8252" y="5040630"/>
            <a:ext cx="30144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 on investment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69285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Implementation Timeline: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6 weeks to full deployment and validation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19313"/>
            <a:ext cx="775037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Service Distribution &amp; Savings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302079"/>
            <a:ext cx="4158734" cy="2808089"/>
          </a:xfrm>
          <a:prstGeom prst="roundRect">
            <a:avLst>
              <a:gd name="adj" fmla="val 1278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9899" y="3564255"/>
            <a:ext cx="36343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Network Services (ELB/ALB)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9899" y="4411742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61 resources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99899" y="4938355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$1,079.03/month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99899" y="5464969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$12,948.36/year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302079"/>
            <a:ext cx="4158734" cy="2808089"/>
          </a:xfrm>
          <a:prstGeom prst="roundRect">
            <a:avLst>
              <a:gd name="adj" fmla="val 1278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97949" y="3564255"/>
            <a:ext cx="31032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Compute Services (EBS)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97949" y="4059793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34 resources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97949" y="4586407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$357.24/month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497949" y="5113020"/>
            <a:ext cx="36343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$4,286.88/year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3302079"/>
            <a:ext cx="4158853" cy="2808089"/>
          </a:xfrm>
          <a:prstGeom prst="roundRect">
            <a:avLst>
              <a:gd name="adj" fmla="val 1278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95999" y="3564255"/>
            <a:ext cx="28740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Networking &amp; Content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95999" y="4059793"/>
            <a:ext cx="36345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81 resources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9895999" y="4586407"/>
            <a:ext cx="36345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$0/month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895999" y="5113020"/>
            <a:ext cx="36345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 Groups, VPN/TGW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3928824"/>
            <a:ext cx="68154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Savings Opportunities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231130"/>
            <a:ext cx="396299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Critical Priority Resources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37724" y="58927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Gateway Load Balancer: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$104.67/month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63594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EBS Volume (vol-054...):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$76.83/month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68262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ngfwGateway-0 LB: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$46.38/month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14761" y="5231130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Quick Wins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614761" y="58927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34 unused EBS volumes: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$357.24/month savings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614761" y="63594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81 unused target groups: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Immediate cleanup, zero risk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11191"/>
            <a:ext cx="76569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3-Phase Implementation Plan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093958"/>
            <a:ext cx="4318278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29077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1: Quick Wins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478631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Weeks 1-2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77039" y="5312926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156 resources | $1,436.27/month | Low risk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3093958"/>
            <a:ext cx="4318278" cy="957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5317" y="429077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2: Network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95317" y="478631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Weeks 3-4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395317" y="5312926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resources | Team coordination | Medium risk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3093958"/>
            <a:ext cx="4318278" cy="9575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3595" y="429077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3: Validation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3595" y="478631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Weeks 5-6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13595" y="5312926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 setup &amp; documentation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7555"/>
            <a:ext cx="61712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Risk Mitigation Strategy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530322"/>
            <a:ext cx="6357818" cy="2351603"/>
          </a:xfrm>
          <a:prstGeom prst="roundRect">
            <a:avLst>
              <a:gd name="adj" fmla="val 6221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7244" y="3530322"/>
            <a:ext cx="121920" cy="2351603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98959" y="3800118"/>
            <a:ext cx="302180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Pre-Deletion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4295656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30-day usage analysis for all resources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98959" y="4762381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Dependency and association checks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198959" y="5229106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Stakeholder notifications for high-value items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3530322"/>
            <a:ext cx="6357818" cy="2351603"/>
          </a:xfrm>
          <a:prstGeom prst="roundRect">
            <a:avLst>
              <a:gd name="adj" fmla="val 6221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4378" y="3530322"/>
            <a:ext cx="121920" cy="2351603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96093" y="3800118"/>
            <a:ext cx="37792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High-Risk Resource Handling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96093" y="4295656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Management approval for &gt;$50/month resources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796093" y="4762381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Network team coordination for infrastructure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796093" y="5229106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backup for large EBS volumes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165580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Expected Outcomes &amp; Benefits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66212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Financial Impact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324124" y="4323755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Monthly Savings: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$1,436.27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790480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Annual Savings: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$17,235.24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257205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Implementation Cost: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~$5,600 (112 hrs)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6106954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1,500%+ first year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57961" y="366212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Operational Benefits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357961" y="4323755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Simplified AWS bill management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357961" y="5173504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Enhanced security posture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357961" y="564022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Improved cost visibility and control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38519"/>
            <a:ext cx="721756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Long-term Cost Governance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3621286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37633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Automated Detection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4258866"/>
            <a:ext cx="322123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AWS Lambda for regular orphan scanning, CloudWatch alarms, monthly automated reporting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5776" y="3621286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3388" y="3763328"/>
            <a:ext cx="290250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Process Improvements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53388" y="4258866"/>
            <a:ext cx="322123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Resource tagging standards, team training, quarterly cost reviews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3828" y="3621286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1440" y="3763328"/>
            <a:ext cx="29222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71440" y="4258866"/>
            <a:ext cx="32212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alerts for unused resources and cost anomalies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97223"/>
            <a:ext cx="568749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Immediate 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7999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156347"/>
            <a:ext cx="6357818" cy="3048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7724" y="3336965"/>
            <a:ext cx="35425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Begin EBS Volume Cleanup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832503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Remove 34 unused volumes for immediate savings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34858" y="277999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3156347"/>
            <a:ext cx="6357818" cy="30480"/>
          </a:xfrm>
          <a:prstGeom prst="rect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34858" y="3336965"/>
            <a:ext cx="29379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Remove Target Groups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34858" y="3832503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 up 81 unused items with zero risk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463427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5010626"/>
            <a:ext cx="6357818" cy="30480"/>
          </a:xfrm>
          <a:prstGeom prst="rect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724" y="5191244"/>
            <a:ext cx="309729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Validate Load Balancers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7724" y="5686782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Confirm high-value resources before deletion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34858" y="463427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010626"/>
            <a:ext cx="6357818" cy="3048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34858" y="51912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Secure Approvals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5686782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Management sign-off for $104.67/month LB and 112 hours allocation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33274"/>
            <a:ext cx="602813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735580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Decision Points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324124" y="3397210"/>
            <a:ext cx="38448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Approval to proceed with Phase 1?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246959"/>
            <a:ext cx="38448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Resource allocation for 6-week timeline?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096708"/>
            <a:ext cx="38448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Network team coordination for Phase 2?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5946457"/>
            <a:ext cx="38448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Long-term governance implementation?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760512" y="2735580"/>
            <a:ext cx="3039666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Contact &amp; Resources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760512" y="3819525"/>
            <a:ext cx="303966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Detailed Excel report available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760512" y="4800957"/>
            <a:ext cx="303966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Implementation timeline ready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760512" y="5782389"/>
            <a:ext cx="303966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 Review: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January 29, 2026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e76910-67c0-454f-87ed-67624d22ffee}" enabled="1" method="Standard" siteId="{df505f9d-2555-419d-8720-93d1c7c0d8a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434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PT Sans</vt:lpstr>
      <vt:lpstr>Nunito Semi Bold</vt:lpstr>
      <vt:lpstr>Nunito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Allam, Murthy Sai</dc:creator>
  <cp:lastModifiedBy>Allam, Murthy Sai</cp:lastModifiedBy>
  <cp:revision>3</cp:revision>
  <dcterms:created xsi:type="dcterms:W3CDTF">2025-12-29T20:23:13Z</dcterms:created>
  <dcterms:modified xsi:type="dcterms:W3CDTF">2025-12-29T21:25:07Z</dcterms:modified>
</cp:coreProperties>
</file>