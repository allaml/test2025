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Zayo AWS Orphan Resources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Cost Optimization Analysis &amp; Recommendations</a:t>
            </a:r>
          </a:p>
          <a:p>
            <a:r>
              <a:t>December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</a:t>
            </a:r>
          </a:p>
          <a:p>
            <a:r>
              <a:t>• Total Orphan Resources: 179 across 12 AWS accounts</a:t>
            </a:r>
          </a:p>
          <a:p>
            <a:r>
              <a:t>• Monthly Savings Potential: $1,436.27</a:t>
            </a:r>
          </a:p>
          <a:p>
            <a:r>
              <a:t>• Annual Savings Potential: $17,235.24</a:t>
            </a:r>
          </a:p>
          <a:p>
            <a:r>
              <a:t>• Implementation Timeline: 6 weeks</a:t>
            </a:r>
          </a:p>
          <a:p>
            <a:r>
              <a:t>• ROI: 1,500%+ return on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Distribution &amp;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Services (ELB/ALB)</a:t>
            </a:r>
          </a:p>
          <a:p>
            <a:r>
              <a:t>• 61 resources - $1,079.03/month ($12,948.36/year)</a:t>
            </a:r>
          </a:p>
          <a:p>
            <a:endParaRPr/>
          </a:p>
          <a:p>
            <a:r>
              <a:t>Compute Services (EBS Volumes)</a:t>
            </a:r>
          </a:p>
          <a:p>
            <a:r>
              <a:t>• 34 resources - $357.24/month ($4,286.88/year)</a:t>
            </a:r>
          </a:p>
          <a:p>
            <a:endParaRPr/>
          </a:p>
          <a:p>
            <a:r>
              <a:t>Networking &amp; Content Delivery</a:t>
            </a:r>
          </a:p>
          <a:p>
            <a:r>
              <a:t>• 81 resources - $0/month (Target Groups, VPN/TGW)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Savings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Priority Resources</a:t>
            </a:r>
          </a:p>
          <a:p>
            <a:r>
              <a:t>• ngfwGateway Load Balancer: $104.67/month</a:t>
            </a:r>
          </a:p>
          <a:p>
            <a:r>
              <a:t>• EBS Volume (vol-054975f30e3c8d67a): $76.83/month</a:t>
            </a:r>
          </a:p>
          <a:p>
            <a:r>
              <a:t>• ngfwGateway-0 Load Balancer: $46.38/month</a:t>
            </a:r>
          </a:p>
          <a:p>
            <a:endParaRPr/>
          </a:p>
          <a:p>
            <a:r>
              <a:t>Quick Wins (Low Risk, High Impact)</a:t>
            </a:r>
          </a:p>
          <a:p>
            <a:r>
              <a:t>• 34 unused EBS volumes: $357.24/month</a:t>
            </a:r>
          </a:p>
          <a:p>
            <a:r>
              <a:t>• 81 unused target groups: Immediate 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3-Phase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Quick Wins (Weeks 1-2)</a:t>
            </a:r>
          </a:p>
          <a:p>
            <a:r>
              <a:t>• 156 resources | $1,436.27/month savings | Low risk</a:t>
            </a:r>
          </a:p>
          <a:p>
            <a:endParaRPr/>
          </a:p>
          <a:p>
            <a:r>
              <a:t>Phase 2: Network Infrastructure (Weeks 3-4)</a:t>
            </a:r>
          </a:p>
          <a:p>
            <a:r>
              <a:t>• 3 resources | Network team coordination | Medium risk</a:t>
            </a:r>
          </a:p>
          <a:p>
            <a:endParaRPr/>
          </a:p>
          <a:p>
            <a:r>
              <a:t>Phase 3: Validation &amp; Monitoring (Weeks 5-6)</a:t>
            </a:r>
          </a:p>
          <a:p>
            <a:r>
              <a:t>• Validation, monitoring setup,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Pre-Deletion Validation</a:t>
            </a:r>
          </a:p>
          <a:p>
            <a:r>
              <a:t>• 30-day usage analysis for all resources</a:t>
            </a:r>
          </a:p>
          <a:p>
            <a:r>
              <a:t>• Dependency and association checks</a:t>
            </a:r>
          </a:p>
          <a:p>
            <a:r>
              <a:t>• Stakeholder notifications for high-value items</a:t>
            </a:r>
          </a:p>
          <a:p>
            <a:endParaRPr/>
          </a:p>
          <a:p>
            <a:r>
              <a:t>High-Risk Resource Handling</a:t>
            </a:r>
          </a:p>
          <a:p>
            <a:r>
              <a:t>• Management approval for &gt;$50/month resources</a:t>
            </a:r>
          </a:p>
          <a:p>
            <a:r>
              <a:t>• Network team coordination for infrastructure</a:t>
            </a:r>
          </a:p>
          <a:p>
            <a:r>
              <a:t>• Data backup for large EBS volumes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Impact</a:t>
            </a:r>
          </a:p>
          <a:p>
            <a:r>
              <a:t>• Monthly Savings: $1,436.27</a:t>
            </a:r>
          </a:p>
          <a:p>
            <a:r>
              <a:t>• Annual Savings: $17,235.24</a:t>
            </a:r>
          </a:p>
          <a:p>
            <a:r>
              <a:t>• Implementation Cost: ~$5,600 (112 hours)</a:t>
            </a:r>
          </a:p>
          <a:p>
            <a:r>
              <a:t>• ROI: 1,500%+ within first year</a:t>
            </a:r>
          </a:p>
          <a:p>
            <a:endParaRPr/>
          </a:p>
          <a:p>
            <a:r>
              <a:t>Operational Benefits</a:t>
            </a:r>
          </a:p>
          <a:p>
            <a:r>
              <a:t>• Simplified AWS bill management</a:t>
            </a:r>
          </a:p>
          <a:p>
            <a:r>
              <a:t>• Enhanced security posture</a:t>
            </a:r>
          </a:p>
          <a:p>
            <a:r>
              <a:t>• Improved cost visibility and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Cost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Monitoring &amp; Detection</a:t>
            </a:r>
          </a:p>
          <a:p>
            <a:r>
              <a:t>• AWS Lambda functions for regular orphan scanning</a:t>
            </a:r>
          </a:p>
          <a:p>
            <a:r>
              <a:t>• CloudWatch alarms for unused resources</a:t>
            </a:r>
          </a:p>
          <a:p>
            <a:r>
              <a:t>• Monthly automated reporting</a:t>
            </a:r>
          </a:p>
          <a:p>
            <a:endParaRPr/>
          </a:p>
          <a:p>
            <a:r>
              <a:t>Process Improvements</a:t>
            </a:r>
          </a:p>
          <a:p>
            <a:r>
              <a:t>• Resource tagging standards implementation</a:t>
            </a:r>
          </a:p>
          <a:p>
            <a:r>
              <a:t>• Team training on cost optimization</a:t>
            </a:r>
          </a:p>
          <a:p>
            <a:r>
              <a:t>• Regular quarterly reviews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Actions</a:t>
            </a:r>
          </a:p>
          <a:p>
            <a:r>
              <a:t>• Begin EBS volume cleanup (34 volumes)</a:t>
            </a:r>
          </a:p>
          <a:p>
            <a:r>
              <a:t>• Remove unused target groups (81 items)</a:t>
            </a:r>
          </a:p>
          <a:p>
            <a:r>
              <a:t>• Validate high-value load balancers</a:t>
            </a:r>
          </a:p>
          <a:p>
            <a:endParaRPr/>
          </a:p>
          <a:p>
            <a:r>
              <a:t>Approvals Required</a:t>
            </a:r>
          </a:p>
          <a:p>
            <a:r>
              <a:t>• Management approval for $104.67/month load balancer</a:t>
            </a:r>
          </a:p>
          <a:p>
            <a:r>
              <a:t>• Network team coordination for Phase 2</a:t>
            </a:r>
          </a:p>
          <a:p>
            <a:r>
              <a:t>• Resource allocation for 112 hours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Decision Points</a:t>
            </a:r>
          </a:p>
          <a:p>
            <a:r>
              <a:t>• Approval to proceed with Phase 1 implementation?</a:t>
            </a:r>
          </a:p>
          <a:p>
            <a:r>
              <a:t>• Resource allocation for 6-week timeline?</a:t>
            </a:r>
          </a:p>
          <a:p>
            <a:r>
              <a:t>• Network team coordination for Phase 2?</a:t>
            </a:r>
          </a:p>
          <a:p>
            <a:r>
              <a:t>• Long-term governance implementation?</a:t>
            </a:r>
          </a:p>
          <a:p>
            <a:endParaRPr/>
          </a:p>
          <a:p>
            <a:r>
              <a:t>Contact Information</a:t>
            </a:r>
          </a:p>
          <a:p>
            <a:r>
              <a:t>• Detailed Excel report available</a:t>
            </a:r>
          </a:p>
          <a:p>
            <a:r>
              <a:t>• Implementation timeline and action items ready</a:t>
            </a:r>
          </a:p>
          <a:p>
            <a:r>
              <a:t>• Next review: January 29,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Cost &amp; Effort Analysis</a:t>
            </a:r>
          </a:p>
          <a:p>
            <a:r>
              <a:t>• Phase 1 Effort Hour Calculations</a:t>
            </a:r>
          </a:p>
          <a:p>
            <a:r>
              <a:t>• Load Balancer Cost Breakdown</a:t>
            </a:r>
          </a:p>
          <a:p>
            <a:r>
              <a:t>• Resource Type Analysis</a:t>
            </a:r>
          </a:p>
          <a:p>
            <a:r>
              <a:t>• Account Distribution Details</a:t>
            </a:r>
          </a:p>
          <a:p>
            <a:r>
              <a:t>• Implementation Effort Justification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A: Phase 1 Effort Calculation (220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Effort Hour Breakdown by Resource Type</a:t>
            </a:r>
          </a:p>
          <a:p>
            <a:r>
              <a:t>• 61 Load Balancers × 2.0 hours = 122 hours (55%)</a:t>
            </a:r>
          </a:p>
          <a:p>
            <a:r>
              <a:t>• 81 Target Groups × 1.0 hour = 81 hours (37%)</a:t>
            </a:r>
          </a:p>
          <a:p>
            <a:r>
              <a:t>• 34 EBS Volumes × 0.5 hours = 17 hours (8%)</a:t>
            </a:r>
          </a:p>
          <a:p>
            <a:r>
              <a:t>• TOTAL: 220 hours</a:t>
            </a:r>
          </a:p>
          <a:p>
            <a:endParaRPr/>
          </a:p>
          <a:p>
            <a:r>
              <a:t>Effort Justification:</a:t>
            </a:r>
          </a:p>
          <a:p>
            <a:r>
              <a:t>• Load Balancers: Traffic analysis, DNS checks, stakeholder coordination</a:t>
            </a:r>
          </a:p>
          <a:p>
            <a:r>
              <a:t>• Target Groups: Association checks, cleanup activities</a:t>
            </a:r>
          </a:p>
          <a:p>
            <a:r>
              <a:t>• EBS Volumes: Simple verification and deletion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Load Balancer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61 Load Balancers - Total: $1,079.03/month</a:t>
            </a:r>
          </a:p>
          <a:p>
            <a:r>
              <a:t>• Average cost per load balancer: $17.69/month</a:t>
            </a:r>
          </a:p>
          <a:p>
            <a:r>
              <a:t>• Range: $5.97 to $104.67 per month</a:t>
            </a:r>
          </a:p>
          <a:p>
            <a:endParaRPr/>
          </a:p>
          <a:p>
            <a:r>
              <a:t>Cost Distribution:</a:t>
            </a:r>
          </a:p>
          <a:p>
            <a:r>
              <a:t>• High Cost (&gt;$50): 1 load balancer ($104.67)</a:t>
            </a:r>
          </a:p>
          <a:p>
            <a:r>
              <a:t>• Medium Cost ($15-50): 57 load balancers</a:t>
            </a:r>
          </a:p>
          <a:p>
            <a:r>
              <a:t>• Low Cost (&lt;$15): 3 load balancers</a:t>
            </a:r>
          </a:p>
          <a:p>
            <a:endParaRPr/>
          </a:p>
          <a:p>
            <a:r>
              <a:t>Top 2 represent $151.05/month (14% of total LB savings)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C: Monthly Savings Breakdown ($1,436.27)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Savings by Resource Type</a:t>
            </a:r>
          </a:p>
          <a:p>
            <a:r>
              <a:t>• Load Balancers: $1,079.03/month (75%)</a:t>
            </a:r>
          </a:p>
          <a:p>
            <a:r>
              <a:t>• EBS Volumes: $357.24/month (25%)</a:t>
            </a:r>
          </a:p>
          <a:p>
            <a:r>
              <a:t>• Target Groups: $0.00/month (cleanup only)</a:t>
            </a:r>
          </a:p>
          <a:p>
            <a:endParaRPr/>
          </a:p>
          <a:p>
            <a:r>
              <a:t>Efficiency Analysis:</a:t>
            </a:r>
          </a:p>
          <a:p>
            <a:r>
              <a:t>• Load Balancers: $8.84 savings per hour invested</a:t>
            </a:r>
          </a:p>
          <a:p>
            <a:r>
              <a:t>• EBS Volumes: $21.01 savings per hour invested</a:t>
            </a:r>
          </a:p>
          <a:p>
            <a:r>
              <a:t>• Target Groups: $0 savings (operational cleanup)</a:t>
            </a:r>
          </a:p>
          <a:p>
            <a:endParaRPr/>
          </a:p>
          <a:p>
            <a:r>
              <a:t>Overall ROI: $6.53 monthly savings per hour invested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D: Account Distribution (12 Accounts)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Resources by Account (High to Low)</a:t>
            </a:r>
          </a:p>
          <a:p>
            <a:r>
              <a:t>• 608649261817: 84 resources (47% of total)</a:t>
            </a:r>
          </a:p>
          <a:p>
            <a:r>
              <a:t>• 277391387317: 22 resources</a:t>
            </a:r>
          </a:p>
          <a:p>
            <a:r>
              <a:t>• 172763297484: 18 resources</a:t>
            </a:r>
          </a:p>
          <a:p>
            <a:r>
              <a:t>• 419135461434: 17 resources</a:t>
            </a:r>
          </a:p>
          <a:p>
            <a:r>
              <a:t>• 512542238830: 14 resources</a:t>
            </a:r>
          </a:p>
          <a:p>
            <a:r>
              <a:t>• Top 5 accounts: 155/179 resources (87%)</a:t>
            </a:r>
          </a:p>
          <a:p>
            <a:endParaRPr/>
          </a:p>
          <a:p>
            <a:r>
              <a:t>Implementation Strategy: Focus on top 5 accounts first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E: Risk vs Effort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Assessment by Resource Type</a:t>
            </a:r>
          </a:p>
          <a:p>
            <a:r>
              <a:t>Low Risk (134 resources - 75%):</a:t>
            </a:r>
          </a:p>
          <a:p>
            <a:r>
              <a:t>• EBS Volumes: 34 resources, 17 hours</a:t>
            </a:r>
          </a:p>
          <a:p>
            <a:r>
              <a:t>• Target Groups: 81 resources, 81 hours</a:t>
            </a:r>
          </a:p>
          <a:p>
            <a:r>
              <a:t>• Some Load Balancers: 19 resources, 38 hours</a:t>
            </a:r>
          </a:p>
          <a:p>
            <a:endParaRPr/>
          </a:p>
          <a:p>
            <a:r>
              <a:t>Medium Risk (42 resources - 23%):</a:t>
            </a:r>
          </a:p>
          <a:p>
            <a:r>
              <a:t>• Most Load Balancers: 42 resources, 84 hours</a:t>
            </a:r>
          </a:p>
          <a:p>
            <a:endParaRPr/>
          </a:p>
          <a:p>
            <a:r>
              <a:t>High Risk (3 resources - 2%):</a:t>
            </a:r>
          </a:p>
          <a:p>
            <a:r>
              <a:t>• VPN Gateway: 1 resource, 4 hours</a:t>
            </a:r>
          </a:p>
          <a:p>
            <a:r>
              <a:t>• Transit Gateway Attachments: 2 resources, 12 hours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F: Implementation Timeline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6-Week Implementation Schedule</a:t>
            </a:r>
          </a:p>
          <a:p>
            <a:r>
              <a:t>Week 1-2 (Phase 1): 220 hours</a:t>
            </a:r>
          </a:p>
          <a:p>
            <a:r>
              <a:t>• Week 1: EBS volumes + Target groups (98 hours)</a:t>
            </a:r>
          </a:p>
          <a:p>
            <a:r>
              <a:t>• Week 2: Load balancers (122 hours)</a:t>
            </a:r>
          </a:p>
          <a:p>
            <a:endParaRPr/>
          </a:p>
          <a:p>
            <a:r>
              <a:t>Week 3-4 (Phase 2): 16 hours</a:t>
            </a:r>
          </a:p>
          <a:p>
            <a:r>
              <a:t>• Network infrastructure coordination</a:t>
            </a:r>
          </a:p>
          <a:p>
            <a:r>
              <a:t>• VPN and Transit Gateway cleanup</a:t>
            </a:r>
          </a:p>
          <a:p>
            <a:endParaRPr/>
          </a:p>
          <a:p>
            <a:r>
              <a:t>Week 5-6 (Phase 3): 16 hours</a:t>
            </a:r>
          </a:p>
          <a:p>
            <a:r>
              <a:t>• Validation and monitoring setup</a:t>
            </a:r>
          </a:p>
          <a:p>
            <a:r>
              <a:t>• Documentation and process improvement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G: Detailed Load Balancer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61 Load Balancers - Individual Cost Analysis</a:t>
            </a:r>
          </a:p>
          <a:p>
            <a:r>
              <a:t>Total Monthly Cost: $1,079.03</a:t>
            </a:r>
          </a:p>
          <a:p>
            <a:r>
              <a:t>Average Cost per Load Balancer: $17.69</a:t>
            </a:r>
          </a:p>
          <a:p>
            <a:r>
              <a:t>Range: $5.97 to $104.67 per month</a:t>
            </a:r>
          </a:p>
          <a:p>
            <a:endParaRPr/>
          </a:p>
          <a:p>
            <a:r>
              <a:t>Top 5 Most Expensive Load Balancers:</a:t>
            </a:r>
          </a:p>
          <a:p>
            <a:r>
              <a:t>• $104.67/month - ngfwGateway</a:t>
            </a:r>
          </a:p>
          <a:p>
            <a:r>
              <a:t>• $46.38/month - ngfwGateway-0</a:t>
            </a:r>
          </a:p>
          <a:p>
            <a:r>
              <a:t>• $17.61/month - env-105322-appelb</a:t>
            </a:r>
          </a:p>
          <a:p>
            <a:r>
              <a:t>• $17.60/month - SOX-Application-Audit</a:t>
            </a:r>
          </a:p>
          <a:p>
            <a:r>
              <a:t>• $17.52/month - networkmanager-main-public-alb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H: Load Balancer Cost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Ranges &amp; Strategic Insights</a:t>
            </a:r>
          </a:p>
          <a:p>
            <a:r>
              <a:t>Cost Distribution:</a:t>
            </a:r>
          </a:p>
          <a:p>
            <a:r>
              <a:t>• High Cost (&gt;$50/month): 1 load balancer</a:t>
            </a:r>
          </a:p>
          <a:p>
            <a:r>
              <a:t>• Medium Cost ($15-50/month): 57 load balancers</a:t>
            </a:r>
          </a:p>
          <a:p>
            <a:r>
              <a:t>• Low Cost (&lt;$15/month): 3 load balancers</a:t>
            </a:r>
          </a:p>
          <a:p>
            <a:endParaRPr/>
          </a:p>
          <a:p>
            <a:r>
              <a:t>Key Strategic Points:</a:t>
            </a:r>
          </a:p>
          <a:p>
            <a:r>
              <a:t>• Top 2 LBs = $151.05/month (14% of total LB savings)</a:t>
            </a:r>
          </a:p>
          <a:p>
            <a:r>
              <a:t>• 57 LBs in $15-17 range = standard ALB/NLB pricing</a:t>
            </a:r>
          </a:p>
          <a:p>
            <a:r>
              <a:t>• $104.67 LB requires management approval</a:t>
            </a:r>
          </a:p>
          <a:p>
            <a:r>
              <a:t>• Bulk opportunity: 61 LBs = significant combined savings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fe76910-67c0-454f-87ed-67624d22ffee}" enabled="1" method="Standard" siteId="{df505f9d-2555-419d-8720-93d1c7c0d8a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1207</Words>
  <Application>Microsoft Office PowerPoint</Application>
  <PresentationFormat>On-screen Show (4:3)</PresentationFormat>
  <Paragraphs>190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Zayo AWS Orphan Resources</vt:lpstr>
      <vt:lpstr>Executive Summary</vt:lpstr>
      <vt:lpstr>Service Distribution &amp; Savings</vt:lpstr>
      <vt:lpstr>Top Savings Opportunities</vt:lpstr>
      <vt:lpstr>3-Phase Implementation Plan</vt:lpstr>
      <vt:lpstr>Risk Mitigation Strategy</vt:lpstr>
      <vt:lpstr>Expected Outcomes &amp; Benefits</vt:lpstr>
      <vt:lpstr>Long-term Cost Governance</vt:lpstr>
      <vt:lpstr>Immediate Next Steps</vt:lpstr>
      <vt:lpstr>Questions &amp; Discussion</vt:lpstr>
      <vt:lpstr>APPENDIX</vt:lpstr>
      <vt:lpstr>Appendix A: Phase 1 Effort Calculation (220 Hours)</vt:lpstr>
      <vt:lpstr>Appendix B: Load Balancer Cost Analysis</vt:lpstr>
      <vt:lpstr>Appendix C: Monthly Savings Breakdown ($1,436.27)</vt:lpstr>
      <vt:lpstr>Appendix D: Account Distribution (12 Accounts)</vt:lpstr>
      <vt:lpstr>Appendix E: Risk vs Effort Analysis</vt:lpstr>
      <vt:lpstr>Appendix F: Implementation Timeline Details</vt:lpstr>
      <vt:lpstr>Appendix G: Detailed Load Balancer Costs</vt:lpstr>
      <vt:lpstr>Appendix H: Load Balancer Cost Distribution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Allam, Murthy Sai</dc:creator>
  <cp:keywords/>
  <dc:description>generated using python-pptx</dc:description>
  <cp:lastModifiedBy>Allam, Murthy Sai</cp:lastModifiedBy>
  <cp:revision>1</cp:revision>
  <dcterms:created xsi:type="dcterms:W3CDTF">2013-01-27T09:14:16Z</dcterms:created>
  <dcterms:modified xsi:type="dcterms:W3CDTF">2025-12-29T21:39:07Z</dcterms:modified>
  <cp:category/>
</cp:coreProperties>
</file>